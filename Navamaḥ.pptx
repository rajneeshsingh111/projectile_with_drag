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89" r:id="rId4"/>
    <p:sldId id="290" r:id="rId5"/>
    <p:sldId id="291" r:id="rId6"/>
    <p:sldId id="292" r:id="rId7"/>
    <p:sldId id="293" r:id="rId8"/>
    <p:sldId id="286" r:id="rId9"/>
    <p:sldId id="285" r:id="rId10"/>
    <p:sldId id="287" r:id="rId11"/>
    <p:sldId id="288" r:id="rId12"/>
    <p:sldId id="25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FAA1-83C0-6625-AC5A-918759B9F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0980D-4FD9-649D-8024-79E0DD1B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AFFA-DBED-3778-5F75-8D3F8C90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9341-6156-1F8D-B686-C4196318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4309A-0A81-A941-479A-5F958B16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8021-BD32-84AE-19D8-99615E16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92F16-4526-13EF-CFE5-6765E6532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673B2-0A1B-46FB-76A4-A630338A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4590-004A-5C51-2081-0EC7C38C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BD53-6206-2A4F-B2AF-F3F6C280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18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BF64-35B5-ED19-E9F0-393B00E7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44720-B645-DF46-8C17-0F6D5CE3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C485F-A9FB-4614-8258-7A881EBF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EDBCD-7009-4C9A-65A8-4CF85A8E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10F9-5976-51DF-4FB8-02F59F2F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45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A120-A74A-B85B-F795-B9F0508E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E9E7-D477-8CE3-6215-848552929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DD6DD-B1AB-349F-F3A1-E7B5C108B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FB332-18CB-8978-D1A7-1A1C8023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3E5A6-7E2B-CFF4-9D5C-07F07B68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6BCEE-1487-2986-647D-35727125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87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21C0-FE38-33A8-6E69-859D2B10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343BC-94A4-B4F6-8D0A-2C02F0F81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475CD-8450-4479-F25D-4D583C5F1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A3110-253C-5ADE-20F4-EA2FFBC9E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888BC-3257-4933-D32C-A047EC5C9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F6341B-AF7D-6A85-61EA-08F17048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25E06-74E0-BD0C-7297-F8EAE45B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C2A45-71FA-5586-C791-82D23FC5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0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1648-5050-4E95-547C-6B034CA6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57114-D1C0-A19B-3090-4F8D24A7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699E9-EEB8-47F3-A9ED-35FA5100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8D080-01C9-7E7D-00E9-320CFCF6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16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9C2B3-96E7-11B0-17DF-4BA42955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A5099-4936-F1F3-3EF4-2384D233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6C092-2DDB-0D2B-7FC9-FC4C64AF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4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E616-6F4A-3B96-D93A-B3277DE1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CFF6A-B3FB-3769-CFF3-83A1D52F2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543F2-C2A5-C630-B31F-3E8516A5A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938A5-99E8-3562-1845-7AB11DE8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7A046-72D7-53A1-68FB-3808496B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6F7AB-9CE0-34B1-78A7-581ECD23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7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970B-E41D-CE2E-E7DC-DAB844CD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EA8E25-2ED1-8E5B-1884-33A18A57B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2927F-8BCF-302C-0DF3-1EEEA3E1C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DDFA0-2667-5EDB-D36A-47068AA5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79E26-C476-5044-5F68-E19242B0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E1FF-C8B9-E325-78F1-4BC780A2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7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7383-0A59-4EF6-8C56-12FBBB2C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478E8-450E-000B-25F9-A0E962256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06294-B4B3-8652-C6F2-64FD1791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8BC7B-756D-9859-4DE2-A0CCC3F3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6625-2664-145B-0188-92FF9B46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55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467DF-6C7D-FF92-39E9-F51279D18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A4282-75BF-D752-D792-351C79486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5B7E6-2742-1AA2-2C08-147D837D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7C23-EF15-8473-BF2A-D82DE0B2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2D743-BC3C-DC7D-92B7-3EFF5096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ADDDC-0720-8704-3CB4-F9A69B50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6F5E5-9A3E-9800-CBAA-70ABC1C41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E0D7-2A81-AD72-85CE-79806F4F9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BFA37-2D46-49BC-A71A-07A62698E9C6}" type="datetimeFigureOut">
              <a:rPr lang="en-IN" smtClean="0"/>
              <a:t>25-08-2024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1C241-8C3A-FFF1-3033-881D8B2BD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F1202-CE6C-6E1F-4BFE-E388C8934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EC155-7CA0-482B-8169-90B6D8CEE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3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ist.ac.in/administration/roboticclu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ujoco.readthedocs.io/en/stable/XMLreference.html" TargetMode="External"/><Relationship Id="rId2" Type="http://schemas.openxmlformats.org/officeDocument/2006/relationships/hyperlink" Target="https://mujoco.readthedocs.io/en/stable/overview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ujoco.readthedocs.io/en/stable/APIreference/APItypes.html" TargetMode="External"/><Relationship Id="rId5" Type="http://schemas.openxmlformats.org/officeDocument/2006/relationships/hyperlink" Target="https://github.com/RajneeshSingh111/Projectile_with_drag" TargetMode="External"/><Relationship Id="rId4" Type="http://schemas.openxmlformats.org/officeDocument/2006/relationships/hyperlink" Target="https://github.com/rohanpsingh/mujoco-python-viewe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537B3-2F81-2017-B87B-AD3D2DC9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737" y="2984992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JeevYantra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2E7B-AFAC-1AFB-5CBF-5AD74D98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737" y="1093996"/>
            <a:ext cx="4822598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IN" sz="4000">
                <a:hlinkClick r:id="rId2"/>
              </a:rPr>
              <a:t>Robotics Club | IIST</a:t>
            </a:r>
            <a:endParaRPr lang="en-US" sz="5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cartoon robot holding a star&#10;&#10;Description automatically generated">
            <a:extLst>
              <a:ext uri="{FF2B5EF4-FFF2-40B4-BE49-F238E27FC236}">
                <a16:creationId xmlns:a16="http://schemas.microsoft.com/office/drawing/2014/main" id="{2EA09F1D-1435-7C34-0B90-A8C342ABB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29" y="1013814"/>
            <a:ext cx="4358778" cy="435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0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EB55E-1C5F-679D-392D-8EE5CE51D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1048529"/>
          </a:xfrm>
        </p:spPr>
        <p:txBody>
          <a:bodyPr anchor="b">
            <a:normAutofit/>
          </a:bodyPr>
          <a:lstStyle/>
          <a:p>
            <a:r>
              <a:rPr lang="en-IN" sz="6600"/>
              <a:t>Navamaḥ</a:t>
            </a:r>
            <a:endParaRPr lang="en-IN" sz="177700">
              <a:solidFill>
                <a:srgbClr val="59595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E859F-7D29-67A8-D4B9-576C4AD55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2903744"/>
            <a:ext cx="4823490" cy="2247609"/>
          </a:xfrm>
        </p:spPr>
        <p:txBody>
          <a:bodyPr anchor="t">
            <a:norm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9th chapter of our learning session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Projectile with MuJoCo – Part 2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24 August 2024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Rajneesh Singh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B.Tech. 4</a:t>
            </a:r>
            <a:r>
              <a:rPr lang="en-IN" sz="1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Year ECE(Avionics)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President, JeevYantra (Robotics Club IIST)</a:t>
            </a:r>
          </a:p>
        </p:txBody>
      </p:sp>
      <p:pic>
        <p:nvPicPr>
          <p:cNvPr id="6" name="Picture 5" descr="A cartoon robot holding a star&#10;&#10;Description automatically generated">
            <a:extLst>
              <a:ext uri="{FF2B5EF4-FFF2-40B4-BE49-F238E27FC236}">
                <a16:creationId xmlns:a16="http://schemas.microsoft.com/office/drawing/2014/main" id="{FD3DFAF0-9B2F-5EFF-41D9-0CDD30E5F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192" y="1472813"/>
            <a:ext cx="3769580" cy="37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50AC-349B-6DA4-450A-FB5D64B6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B844-22E7-26B5-5D14-A199205FF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Interested in</a:t>
            </a:r>
          </a:p>
          <a:p>
            <a:pPr lvl="1"/>
            <a:r>
              <a:rPr lang="en-IN"/>
              <a:t>Artificial Intelligence</a:t>
            </a:r>
          </a:p>
          <a:p>
            <a:pPr lvl="1"/>
            <a:r>
              <a:rPr lang="en-IN"/>
              <a:t>Machine Learning</a:t>
            </a:r>
          </a:p>
          <a:p>
            <a:pPr lvl="1"/>
            <a:r>
              <a:rPr lang="en-IN"/>
              <a:t>Data Science</a:t>
            </a:r>
          </a:p>
          <a:p>
            <a:pPr lvl="1"/>
            <a:r>
              <a:rPr lang="en-IN"/>
              <a:t>Robotics</a:t>
            </a:r>
          </a:p>
          <a:p>
            <a:pPr lvl="1"/>
            <a:endParaRPr lang="en-IN"/>
          </a:p>
          <a:p>
            <a:pPr marL="457200" lvl="1" indent="0">
              <a:buNone/>
            </a:pPr>
            <a:r>
              <a:rPr lang="en-IN"/>
              <a:t>??? How to start</a:t>
            </a:r>
          </a:p>
          <a:p>
            <a:pPr marL="457200" lvl="1" indent="0">
              <a:buNone/>
            </a:pPr>
            <a:endParaRPr lang="en-IN"/>
          </a:p>
          <a:p>
            <a:pPr marL="457200" lvl="1" indent="0">
              <a:buNone/>
            </a:pPr>
            <a:r>
              <a:rPr lang="en-IN"/>
              <a:t>Start with Python, one of the easiest and most loved language</a:t>
            </a:r>
          </a:p>
        </p:txBody>
      </p:sp>
    </p:spTree>
    <p:extLst>
      <p:ext uri="{BB962C8B-B14F-4D97-AF65-F5344CB8AC3E}">
        <p14:creationId xmlns:p14="http://schemas.microsoft.com/office/powerpoint/2010/main" val="185819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AAE5-254F-ACCB-4F46-F3C5DFC6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Let’s understand some nerd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0F63-C0AA-7DAC-16B3-3A618DD9C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Programming</a:t>
            </a:r>
          </a:p>
          <a:p>
            <a:r>
              <a:rPr lang="en-IN"/>
              <a:t>High level language</a:t>
            </a:r>
          </a:p>
          <a:p>
            <a:r>
              <a:rPr lang="en-IN"/>
              <a:t>Compiler</a:t>
            </a:r>
          </a:p>
          <a:p>
            <a:r>
              <a:rPr lang="en-IN"/>
              <a:t>Interpreter</a:t>
            </a:r>
          </a:p>
        </p:txBody>
      </p:sp>
    </p:spTree>
    <p:extLst>
      <p:ext uri="{BB962C8B-B14F-4D97-AF65-F5344CB8AC3E}">
        <p14:creationId xmlns:p14="http://schemas.microsoft.com/office/powerpoint/2010/main" val="350434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4038-B462-5841-4F7A-418F3791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7E4F-F614-363C-96D9-DC91113CC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Python is simple &amp; easy (easiest among all the languages I worked with)</a:t>
            </a:r>
          </a:p>
          <a:p>
            <a:r>
              <a:rPr lang="en-IN"/>
              <a:t>Free and open source</a:t>
            </a:r>
          </a:p>
          <a:p>
            <a:r>
              <a:rPr lang="en-IN"/>
              <a:t>High Level Language</a:t>
            </a:r>
          </a:p>
          <a:p>
            <a:r>
              <a:rPr lang="en-IN"/>
              <a:t>Portable</a:t>
            </a:r>
          </a:p>
          <a:p>
            <a:r>
              <a:rPr lang="en-IN"/>
              <a:t>Versatile language</a:t>
            </a:r>
          </a:p>
          <a:p>
            <a:pPr lvl="1"/>
            <a:r>
              <a:rPr lang="en-IN"/>
              <a:t>Data science, ML, AI, Robotics</a:t>
            </a:r>
          </a:p>
          <a:p>
            <a:pPr lvl="1"/>
            <a:r>
              <a:rPr lang="en-IN"/>
              <a:t>Web development </a:t>
            </a:r>
          </a:p>
          <a:p>
            <a:pPr lvl="1"/>
            <a:r>
              <a:rPr lang="en-IN"/>
              <a:t>Games</a:t>
            </a:r>
          </a:p>
        </p:txBody>
      </p:sp>
    </p:spTree>
    <p:extLst>
      <p:ext uri="{BB962C8B-B14F-4D97-AF65-F5344CB8AC3E}">
        <p14:creationId xmlns:p14="http://schemas.microsoft.com/office/powerpoint/2010/main" val="237412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24A8-D3A4-63B4-8D2F-E75DA44F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Let’s start the ancient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6C5B-C556-2601-D595-9990E344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  <a:p>
            <a:endParaRPr lang="en-IN"/>
          </a:p>
          <a:p>
            <a:pPr marL="0" indent="0">
              <a:buNone/>
            </a:pPr>
            <a:r>
              <a:rPr lang="en-IN"/>
              <a:t>print(“Namaskaram”)</a:t>
            </a:r>
          </a:p>
        </p:txBody>
      </p:sp>
    </p:spTree>
    <p:extLst>
      <p:ext uri="{BB962C8B-B14F-4D97-AF65-F5344CB8AC3E}">
        <p14:creationId xmlns:p14="http://schemas.microsoft.com/office/powerpoint/2010/main" val="124469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F0E1-7516-5B76-D4C1-403D3358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Python Character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9E5B3-83C8-43D4-FF0B-E01CED81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Letters : A to Z, a to z</a:t>
            </a:r>
          </a:p>
          <a:p>
            <a:r>
              <a:rPr lang="en-IN"/>
              <a:t>Digits : 0 to 9</a:t>
            </a:r>
          </a:p>
          <a:p>
            <a:r>
              <a:rPr lang="en-IN"/>
              <a:t>Special Symbols : - + * / etc</a:t>
            </a:r>
          </a:p>
          <a:p>
            <a:r>
              <a:rPr lang="en-IN"/>
              <a:t>Whitesapces : Blank spaces, tab, carriage return, etc</a:t>
            </a:r>
          </a:p>
          <a:p>
            <a:r>
              <a:rPr lang="en-IN"/>
              <a:t>Other characters</a:t>
            </a:r>
          </a:p>
        </p:txBody>
      </p:sp>
    </p:spTree>
    <p:extLst>
      <p:ext uri="{BB962C8B-B14F-4D97-AF65-F5344CB8AC3E}">
        <p14:creationId xmlns:p14="http://schemas.microsoft.com/office/powerpoint/2010/main" val="142006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8B27-359B-6307-8136-945458A1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 </a:t>
            </a:r>
            <a:r>
              <a:rPr lang="en-IN" sz="4400"/>
              <a:t>Aṣṭamaḥ we have created a sphere falling on a platform</a:t>
            </a:r>
            <a:r>
              <a:rPr lang="en-IN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15AAE-91DC-9B08-C9FC-51EFD4F8D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8402" y="1825625"/>
            <a:ext cx="5455196" cy="4351338"/>
          </a:xfrm>
        </p:spPr>
      </p:pic>
    </p:spTree>
    <p:extLst>
      <p:ext uri="{BB962C8B-B14F-4D97-AF65-F5344CB8AC3E}">
        <p14:creationId xmlns:p14="http://schemas.microsoft.com/office/powerpoint/2010/main" val="105072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63AA-CBBC-9275-DED5-A3D721E6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Set the initial position of 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6DE-71A0-8595-06DA-FB44BFD9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>
                <a:highlight>
                  <a:srgbClr val="C0C0C0"/>
                </a:highlight>
              </a:rPr>
              <a:t>projectile_env.py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/>
              <a:t>class ProjectileEnv:</a:t>
            </a:r>
            <a:endParaRPr lang="en-IN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class QPOS_ADR():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BALL_POS_X =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BALL_POS_Y 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BALL_POS_Z =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def ball_position(self,posx,posy,posz):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self.data.qpos[self.QPOS_ADR.BALL_POS_X] = posx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self.data.qpos[self.QPOS_ADR.BALL_POS_Y] = posy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self.data.qpos[self.QPOS_ADR.BALL_POS_Z] = posz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mj.mj_forward(self.model,self.data)</a:t>
            </a:r>
          </a:p>
        </p:txBody>
      </p:sp>
    </p:spTree>
    <p:extLst>
      <p:ext uri="{BB962C8B-B14F-4D97-AF65-F5344CB8AC3E}">
        <p14:creationId xmlns:p14="http://schemas.microsoft.com/office/powerpoint/2010/main" val="279537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63AA-CBBC-9275-DED5-A3D721E6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076" y="1391208"/>
            <a:ext cx="10515600" cy="1325563"/>
          </a:xfrm>
        </p:spPr>
        <p:txBody>
          <a:bodyPr/>
          <a:lstStyle/>
          <a:p>
            <a:r>
              <a:rPr lang="en-IN"/>
              <a:t>Launch the projectile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E094C-B30B-D973-ADE9-A0B75902D4C3}"/>
              </a:ext>
            </a:extLst>
          </p:cNvPr>
          <p:cNvSpPr txBox="1"/>
          <p:nvPr/>
        </p:nvSpPr>
        <p:spPr>
          <a:xfrm>
            <a:off x="1779939" y="3162009"/>
            <a:ext cx="4059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Give an initial velocity in x and z direction</a:t>
            </a:r>
          </a:p>
        </p:txBody>
      </p:sp>
    </p:spTree>
    <p:extLst>
      <p:ext uri="{BB962C8B-B14F-4D97-AF65-F5344CB8AC3E}">
        <p14:creationId xmlns:p14="http://schemas.microsoft.com/office/powerpoint/2010/main" val="125801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paper&#10;&#10;Description automatically generated">
            <a:extLst>
              <a:ext uri="{FF2B5EF4-FFF2-40B4-BE49-F238E27FC236}">
                <a16:creationId xmlns:a16="http://schemas.microsoft.com/office/drawing/2014/main" id="{E6642430-68A3-73C0-A57C-AEC1D184F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61618"/>
            <a:ext cx="10905066" cy="43347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C57ADA-7190-2050-ED49-3B2AA7E5986E}"/>
              </a:ext>
            </a:extLst>
          </p:cNvPr>
          <p:cNvSpPr txBox="1"/>
          <p:nvPr/>
        </p:nvSpPr>
        <p:spPr>
          <a:xfrm>
            <a:off x="963261" y="844598"/>
            <a:ext cx="1561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Add drag force</a:t>
            </a:r>
          </a:p>
        </p:txBody>
      </p:sp>
    </p:spTree>
    <p:extLst>
      <p:ext uri="{BB962C8B-B14F-4D97-AF65-F5344CB8AC3E}">
        <p14:creationId xmlns:p14="http://schemas.microsoft.com/office/powerpoint/2010/main" val="3931717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0AD8-C6A4-CB22-6859-32E79A95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EACC-D1F4-C249-7CA4-C83B1857B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hlinkClick r:id="rId2"/>
              </a:rPr>
              <a:t>Overview - MuJoCo Documentation</a:t>
            </a:r>
            <a:endParaRPr lang="en-IN"/>
          </a:p>
          <a:p>
            <a:r>
              <a:rPr lang="en-IN">
                <a:hlinkClick r:id="rId3"/>
              </a:rPr>
              <a:t>XML Reference - MuJoCo Documentation</a:t>
            </a:r>
            <a:endParaRPr lang="en-IN"/>
          </a:p>
          <a:p>
            <a:r>
              <a:rPr lang="en-IN">
                <a:hlinkClick r:id="rId4"/>
              </a:rPr>
              <a:t>GitHub - </a:t>
            </a:r>
            <a:r>
              <a:rPr lang="en-IN" err="1">
                <a:hlinkClick r:id="rId4"/>
              </a:rPr>
              <a:t>rohanpsingh</a:t>
            </a:r>
            <a:r>
              <a:rPr lang="en-IN">
                <a:hlinkClick r:id="rId4"/>
              </a:rPr>
              <a:t>/</a:t>
            </a:r>
            <a:r>
              <a:rPr lang="en-IN" err="1">
                <a:hlinkClick r:id="rId4"/>
              </a:rPr>
              <a:t>mujoco</a:t>
            </a:r>
            <a:r>
              <a:rPr lang="en-IN">
                <a:hlinkClick r:id="rId4"/>
              </a:rPr>
              <a:t>-python-viewer: Simple renderer for use with MuJoCo (&gt;=2.1.2) Python Bindings.</a:t>
            </a:r>
            <a:endParaRPr lang="en-IN"/>
          </a:p>
          <a:p>
            <a:r>
              <a:rPr lang="en-IN">
                <a:hlinkClick r:id="rId5"/>
              </a:rPr>
              <a:t>https://github.com/RajneeshSingh111/Projectile_with_drag</a:t>
            </a:r>
            <a:endParaRPr lang="en-IN"/>
          </a:p>
          <a:p>
            <a:r>
              <a:rPr lang="en-IN">
                <a:hlinkClick r:id="rId6"/>
              </a:rPr>
              <a:t>https://mujoco.readthedocs.io/en/stable/APIreference/APItypes.html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36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6DAE0-0FD3-ACDA-A360-6AA5B511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With love, light and laughter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Pranaam 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0AB00D3-8EE5-A79C-5476-E40201E0A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612" y="666728"/>
            <a:ext cx="5465791" cy="546579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24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393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JeevYantra</vt:lpstr>
      <vt:lpstr>Navamaḥ</vt:lpstr>
      <vt:lpstr>Python</vt:lpstr>
      <vt:lpstr>Let’s understand some nerd terms</vt:lpstr>
      <vt:lpstr>Why Python?</vt:lpstr>
      <vt:lpstr>Let’s start the ancient way</vt:lpstr>
      <vt:lpstr>Python Character Set</vt:lpstr>
      <vt:lpstr>In Aṣṭamaḥ we have created a sphere falling on a platform </vt:lpstr>
      <vt:lpstr>Set the initial position of ball</vt:lpstr>
      <vt:lpstr>Launch the projectile</vt:lpstr>
      <vt:lpstr>PowerPoint Presentation</vt:lpstr>
      <vt:lpstr>References</vt:lpstr>
      <vt:lpstr>With love, light and laughter Pranaam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SC21B111-Rajneesh 2021-BTECH-ELCOMENG</dc:creator>
  <cp:lastModifiedBy>SC21B111-Rajneesh 2021-BTECH-ELCOMENG</cp:lastModifiedBy>
  <cp:revision>10</cp:revision>
  <dcterms:created xsi:type="dcterms:W3CDTF">2024-08-24T16:38:00Z</dcterms:created>
  <dcterms:modified xsi:type="dcterms:W3CDTF">2024-08-25T04:54:51Z</dcterms:modified>
</cp:coreProperties>
</file>